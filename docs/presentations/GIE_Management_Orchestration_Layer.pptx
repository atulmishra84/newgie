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71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14B8A6"/>
                </a:solidFill>
                <a:latin typeface="Calibri"/>
              </a:rPr>
              <a:t>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9FB3C8"/>
                </a:solidFill>
                <a:latin typeface="Calibri"/>
              </a:rPr>
              <a:t>GUARDRAILS INTELLIGENCE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AFBFC"/>
                </a:solidFill>
                <a:latin typeface="Calibri"/>
              </a:rPr>
              <a:t>Orchestration layer for choosing the right</a:t>
            </a:r>
          </a:p>
          <a:p>
            <a:pPr algn="l">
              <a:spcAft>
                <a:spcPts val="600"/>
              </a:spcAft>
            </a:pPr>
            <a:r>
              <a:rPr sz="2400" b="1">
                <a:solidFill>
                  <a:srgbClr val="FAFBFC"/>
                </a:solidFill>
                <a:latin typeface="Calibri"/>
              </a:rPr>
              <a:t>guardrails &amp; policies — Management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3C8"/>
                </a:solidFill>
                <a:latin typeface="Calibri"/>
              </a:rPr>
              <a:t>How GIE helps the agentic enterprise select, generate, and gate controls before AI agents ship.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AFBFC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0A1628"/>
                </a:solidFill>
                <a:latin typeface="Calibri"/>
              </a:rPr>
              <a:t>•  Problem in today’s agentic world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A1628"/>
                </a:solidFill>
                <a:latin typeface="Calibri"/>
              </a:rPr>
              <a:t>•  What GIE is (management view)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A1628"/>
                </a:solidFill>
                <a:latin typeface="Calibri"/>
              </a:rPr>
              <a:t>•  How it chooses the right controls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A1628"/>
                </a:solidFill>
                <a:latin typeface="Calibri"/>
              </a:rPr>
              <a:t>•  Where to leverage it (layers) — key discussion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A1628"/>
                </a:solidFill>
                <a:latin typeface="Calibri"/>
              </a:rPr>
              <a:t>•  Business outcomes &amp; USP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A1628"/>
                </a:solidFill>
                <a:latin typeface="Calibri"/>
              </a:rPr>
              <a:t>•  What it is / is not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0A1628"/>
                </a:solidFill>
                <a:latin typeface="Calibri"/>
              </a:rPr>
              <a:t>•  Adoption path &amp; ask of this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AFBFC"/>
                </a:solidFill>
                <a:latin typeface="Calibri"/>
              </a:rPr>
              <a:t>The management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292608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Agents are proliferating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32918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Teams ship autonomous agents with tools, MCP, memory, and multi-agent graphs faster than policy teams can keep 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292608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One-size policies fail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2918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 chatbot and a tool-using ops agent need different guardrails. Generic packs over-block or under-protect.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566160" cy="292608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No release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737360"/>
            <a:ext cx="32918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Organizations lack a standard answer: “Is this agent clear to ship — and with which controls?”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89204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AFBFC"/>
                </a:solidFill>
                <a:latin typeface="Calibri"/>
              </a:rPr>
              <a:t>Without an orchestration layer, policy selection stays manual, inconsistent, and hard to audit.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AFBFC"/>
                </a:solidFill>
                <a:latin typeface="Calibri"/>
              </a:rPr>
              <a:t>What GIE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02A43"/>
                </a:solidFill>
                <a:latin typeface="Calibri"/>
              </a:rPr>
              <a:t>GIE is the governance orchestration layer that helps the organization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02A43"/>
                </a:solidFill>
                <a:latin typeface="Calibri"/>
              </a:rPr>
              <a:t>choose the right guardrails and policies for every AI agent.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5486400" cy="2560320"/>
          </a:xfrm>
          <a:prstGeom prst="rect">
            <a:avLst/>
          </a:prstGeom>
          <a:solidFill>
            <a:srgbClr val="FAFBFC"/>
          </a:solidFill>
          <a:ln w="19050">
            <a:solidFill>
              <a:srgbClr val="14B8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0358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For leadership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383280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One control plane: discover → risk → recommend → generate policies → validate → explain → release decision.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926080"/>
            <a:ext cx="5486400" cy="256032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03580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For builders &amp;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383280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Context-aware controls based on what the agent actually is and what it can do — not questionnaires alone.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AFBFC"/>
                </a:solidFill>
                <a:latin typeface="Calibri"/>
              </a:rPr>
              <a:t>How GIE chooses the right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148840" cy="310896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1. 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874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Inventory: frameworks, models, tools, MCP, data signals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79" y="1371600"/>
            <a:ext cx="2148840" cy="310896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148132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2. Assess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1828800"/>
            <a:ext cx="1874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Risk + compliance gaps for that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371600"/>
            <a:ext cx="2148840" cy="310896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48132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3. Recommend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828800"/>
            <a:ext cx="1874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Prioritized guardrails matched to findings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371600"/>
            <a:ext cx="2148840" cy="310896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48132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4. 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0" y="1828800"/>
            <a:ext cx="1874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Deployment-ready policy artifacts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1371600"/>
            <a:ext cx="2148840" cy="310896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1481328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5. 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828800"/>
            <a:ext cx="18745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Pre-deploy checks + release posture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46320"/>
            <a:ext cx="11247120" cy="128016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663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AFBFC"/>
                </a:solidFill>
                <a:latin typeface="Calibri"/>
              </a:rPr>
              <a:t>Output: right controls for this agent + audit ID + hold / conditional / clear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AFBFC"/>
                </a:solidFill>
                <a:latin typeface="Calibri"/>
              </a:rPr>
              <a:t>Where to leverage GIE — enterprise layers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411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AFBFC"/>
                </a:solidFill>
                <a:latin typeface="Calibri"/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AFBFC"/>
                </a:solidFill>
                <a:latin typeface="Calibri"/>
              </a:rPr>
              <a:t>What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188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AFBFC"/>
                </a:solidFill>
                <a:latin typeface="Calibri"/>
              </a:rPr>
              <a:t>How GIE is leveraged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54480"/>
            <a:ext cx="11430000" cy="685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916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Build (IDE / repo)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69163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Developers create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691639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Early discovery + policy hints while coding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40280"/>
            <a:ext cx="11430000" cy="6858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CI / CD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774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PR / build / release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3774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PRIMARY: analyze every agent change; block unsafe releases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11430000" cy="685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0632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Pre-prod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0632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Security / compliance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0632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Risk brief, gaps, recommended + generated policies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11880"/>
            <a:ext cx="11430000" cy="6858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49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Runtime / 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749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Agent serving, tools, MCP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7490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Feeds the right firewall / DLP / policy packs to enforce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297680"/>
            <a:ext cx="11430000" cy="6858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34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A1628"/>
                </a:solidFill>
                <a:latin typeface="Calibri"/>
              </a:rPr>
              <a:t>GRC / 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4348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Frameworks, evidence, boards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43484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Evidence pack, audit IDs, explainability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F766E"/>
                </a:solidFill>
                <a:latin typeface="Calibri"/>
              </a:rPr>
              <a:t>Best first placement: CI/CD + pre-prod governance as the mandatory checkpoint.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AFBFC"/>
                </a:solidFill>
                <a:latin typeface="Calibri"/>
              </a:rPr>
              <a:t>Stack view — where GIE sits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240280" cy="329184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813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Above · Business / GRC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965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Policy intent, frameworks, audit asks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371600"/>
            <a:ext cx="2240280" cy="3291840"/>
          </a:xfrm>
          <a:prstGeom prst="rect">
            <a:avLst/>
          </a:prstGeom>
          <a:solidFill>
            <a:srgbClr val="FAFBFC"/>
          </a:solidFill>
          <a:ln w="19050">
            <a:solidFill>
              <a:srgbClr val="14B8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4813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GIE ·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828800"/>
            <a:ext cx="1965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Choose &amp; generate the right guardrails per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79" y="1371600"/>
            <a:ext cx="2240280" cy="329184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4813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Beside · Build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828800"/>
            <a:ext cx="1965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IDE, Git, CI, ticketing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199" y="1371600"/>
            <a:ext cx="2240280" cy="329184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59" y="14813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Below · Agent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59" y="1828800"/>
            <a:ext cx="1965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LangGraph, CrewAI, MCP,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19" y="1371600"/>
            <a:ext cx="2240280" cy="329184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481328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Below · Models /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1828800"/>
            <a:ext cx="196596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LLM providers, infra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11247120" cy="118872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3492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AFBFC"/>
                </a:solidFill>
                <a:latin typeface="Calibri"/>
              </a:rPr>
              <a:t>GIE is not “another agent.” It is the middle governance layer that decides which controls apply before agents go live.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AFBFC"/>
                </a:solidFill>
                <a:latin typeface="Calibri"/>
              </a:rPr>
              <a:t>Business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219456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Faster safe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Ship agents with matched controls instead of waiting on ad-hoc policy reviews.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219456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898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Lower residual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Tool abuse, leakage, weak identity, and over-autonomy scored before production.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49039"/>
            <a:ext cx="5486400" cy="219456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8587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Audit-ready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Every run leaves an execution trail and plain-English release posture.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749039"/>
            <a:ext cx="5486400" cy="219456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587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Consistent org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20624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One orchestration path for Sec, Platform, and Compliance.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AFBFC"/>
                </a:solidFill>
                <a:latin typeface="Calibri"/>
              </a:rPr>
              <a:t>USP for customer conversations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0A1628"/>
                </a:solidFill>
                <a:latin typeface="Calibri"/>
              </a:rPr>
              <a:t>•  Context-aware policy selection — controls matched to real agent capabilities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628"/>
                </a:solidFill>
                <a:latin typeface="Calibri"/>
              </a:rPr>
              <a:t>•  End-to-end orchestration — discover → risk → recommend → generate → validate → explain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628"/>
                </a:solidFill>
                <a:latin typeface="Calibri"/>
              </a:rPr>
              <a:t>•  Deployable artifacts — not only findings; policies ready for enforcement paths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628"/>
                </a:solidFill>
                <a:latin typeface="Calibri"/>
              </a:rPr>
              <a:t>•  Auditable by design — deterministic scoring + execution evidence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0A1628"/>
                </a:solidFill>
                <a:latin typeface="Calibri"/>
              </a:rPr>
              <a:t>•  Agentic-native — tools, MCP, autonomy, multi-agent patterns in scope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03520"/>
            <a:ext cx="11247120" cy="100584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AFBFC"/>
                </a:solidFill>
                <a:latin typeface="Calibri"/>
              </a:rPr>
              <a:t>Pitch: “One orchestration layer so every AI agent gets the right guardrails before it ships.”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AFBFC"/>
                </a:solidFill>
                <a:latin typeface="Calibri"/>
              </a:rPr>
              <a:t>What it is /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4572000"/>
          </a:xfrm>
          <a:prstGeom prst="rect">
            <a:avLst/>
          </a:prstGeom>
          <a:solidFill>
            <a:srgbClr val="FAFBFC"/>
          </a:solidFill>
          <a:ln w="19050">
            <a:solidFill>
              <a:srgbClr val="14B8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52120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• Governance / orchestration middle layer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• Release checkpoint for agentic apps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• Selector + generator of guardrails/policies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• Evidence plane for leadership &amp; audit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457200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898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Is not (today)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521208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• Inline runtime proxy for every user↔agent call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• Replacement for SIEM / CSPM / classic GRC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• A single chatbot “doing security”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• Deep live PII redaction engine (signals today)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AFBFC"/>
                </a:solidFill>
                <a:latin typeface="Calibri"/>
              </a:rPr>
              <a:t>Recommended leverage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3474720"/>
          </a:xfrm>
          <a:prstGeom prst="rect">
            <a:avLst/>
          </a:prstGeom>
          <a:solidFill>
            <a:srgbClr val="FAFBFC"/>
          </a:solidFill>
          <a:ln w="19050">
            <a:solidFill>
              <a:srgbClr val="14B8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81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33832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CI + pre-prod gate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Mandatory analyze on agent repos; hold / conditional / clear.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347472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81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3832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Policy pack handoff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Push generated guardrails into runtime firewalls / platform policy stores.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657600" cy="347472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813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Phase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33832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Org standard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All new agents register through GIE; GRC consumes evidence automatically.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486581"/>
                </a:solidFill>
                <a:latin typeface="Calibri"/>
              </a:rPr>
              <a:t>Start where decisions already happen: release. Expand to runtime enforcement once selection quality is trusted.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AFBFC"/>
                </a:solidFill>
                <a:latin typeface="Calibri"/>
              </a:rPr>
              <a:t>Ask of this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2926080"/>
          </a:xfrm>
          <a:prstGeom prst="rect">
            <a:avLst/>
          </a:prstGeom>
          <a:solidFill>
            <a:srgbClr val="FAFBFC"/>
          </a:solidFill>
          <a:ln w="19050">
            <a:solidFill>
              <a:srgbClr val="14B8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898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Decision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5212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Confirm GIE as the organization’s guardrail/policy orchestration layer for agentic systems.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2926080"/>
          </a:xfrm>
          <a:prstGeom prst="rect">
            <a:avLst/>
          </a:prstGeom>
          <a:solidFill>
            <a:srgbClr val="FAFBFC"/>
          </a:solidFill>
          <a:ln w="12700">
            <a:solidFill>
              <a:srgbClr val="D9E2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898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766E"/>
                </a:solidFill>
                <a:latin typeface="Calibri"/>
              </a:rPr>
              <a:t>Next 30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52120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• Pilot 2–3 priority agent apps in CI gate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• Define release postures with Security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86581"/>
                </a:solidFill>
                <a:latin typeface="Calibri"/>
              </a:rPr>
              <a:t>• Map generated policies to current enforcement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11247120" cy="155448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920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AFBFC"/>
                </a:solidFill>
                <a:latin typeface="Calibri"/>
              </a:rPr>
              <a:t>Management takeaway: leverage GIE first as the release orchestration layer;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FAFBFC"/>
                </a:solidFill>
                <a:latin typeface="Calibri"/>
              </a:rPr>
              <a:t>then connect it to runtime enforcement and GRC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