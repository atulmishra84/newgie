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>
                <a:solidFill>
                  <a:srgbClr val="14B8A6"/>
                </a:solidFill>
                <a:latin typeface="Calibri"/>
              </a:rPr>
              <a:t>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Guardrails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Technical Deep-Dive — Architecture, Agents, Pipeline, Data Plane &amp; Deployment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Discussion &amp; demonstration deck  ·  Multi-agent AI governance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Why GIE — problem &amp; value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Platform architecture overview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Hexagonal / Clean Architecture pattern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The 12-agent mesh (ports &amp; schemas)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Orchestrator pipeline &amp; execution graph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Contracts, envelopes &amp; versioning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Data plane (Postgres, Redis, Neo4j, Qdrant, Kafka)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Security, authn/z &amp; approval gates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Observability &amp; operations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Local Docker validation path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Azure full-capability sandbox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Live demo walkthrough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Integration surfaces (IDE, CI, APIs)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Discussion topics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Why GIE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47548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16736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45920"/>
            <a:ext cx="33284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AI apps ship with prompts, tools,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MCP servers, model calls, and cloud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bindings — often invisible to risk.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Point scanners miss topology.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Spreadsheets miss evidence.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Chatbots miss audit trails.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47548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316736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What GIE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45920"/>
            <a:ext cx="33284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Scan → normalize → reason →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recommend → validate → explain.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One Orchestrator entrypoint.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Specialized agents own one job.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Human gates when stakes rise.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Traces you can defend in 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47548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316736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645920"/>
            <a:ext cx="33284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Shared Context Model (gie.context.v1)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Risk + compliance posture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Deployment-ready policies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Audience-aware explanations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Learning loop with approval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Enterprise connectors / 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86581"/>
                </a:solidFill>
                <a:latin typeface="Calibri"/>
              </a:rPr>
              <a:t>Clients → Orchestrator (:8091) → peer agents (:8080–:8090) → shared data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743200" cy="41148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65376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2414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Dashboard / CLI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IDE extensions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CI / GitHub Action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MCP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743200" cy="41148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865376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94560"/>
            <a:ext cx="2414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Orchestrator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Analyze / Approve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Trace / Graph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Status /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743200" cy="41148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65376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94560"/>
            <a:ext cx="2414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Context ∥ Knowledge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Risk ∥ Compliance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Policy → Rec → Gen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Validate / Explain / 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737360"/>
            <a:ext cx="2743200" cy="41148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865376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194560"/>
            <a:ext cx="2414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PostgreSQL ×12 DBs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Redis indexes 0–11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Neo4j + Qdrant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Kafka (KRaft)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Design pattern — Hexagonal /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Every agent: Adapters → Application → Domain ← Ports ← Driven adapters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Domain free of FastAPI, SQLAlchemy, Neo4j, Kafka — swapped via ports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DDD: ContextModel aggregate; Scan process manager; Knowledge versioned graph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CQRS: commands write Postgres + outbox; queries hit Postgres/Redis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Event-driven: outbox → Kafka for cross-agent integration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Shared packages: gie-contracts · gie-observability · gie-security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Tests: unit (domain) · integration (API) · contract (OpenAPI) · smoke (compose/Azure)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Agent mesh — ports &amp; schemas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4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914400"/>
                <a:gridCol w="2286000"/>
                <a:gridCol w="5486400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Schema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Primary responsibility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Context Intelligence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gie.context.v1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Scan AI apps → Context Model + evidence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Knowledge Intelligence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gie.knowledge.v1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Versioned knowledge graph + retrieval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Policy Intelligence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gie.policy.v1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Guardrail policy selection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Risk Intelligence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gie.risk.v1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AI risk posture + remediations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Compliance Intelligence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gie.compliance.v1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Framework gaps + evidence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gie.recommendation.v1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Prioritized actions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Policy Generator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gie.policygen.v1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Deployment-ready policies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Explainability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gie.explainability.v1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Multi-audience narratives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gie.validation.v1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Pre-deploy validate / simulate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8089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gie.learning.v1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Feedback → knowledge proposals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gie.integration.v1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Enterprise connectors + IDE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Orchestrator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8091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gie.orchestrator.v1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Unified analyze + gates + traces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Orchestrator — unified analyze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POST /analyze — single entry for the mesh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Modes: sync · async · streaming · batch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Topological waves with parallel groups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Risk ∥ Compliance fan-out where safe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Retries with backoff; optional cache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SIMULATE_AGENTS=true → SimulatedInvoker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SIMULATE_AGENTS=false → HttpInvoker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GET /status · /execution/{id} · /trace · /graph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POST /approve — human gate for waiting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50292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225295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AnalyzeRequest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554480"/>
            <a:ext cx="50657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tenant_id (required)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source: { type, path | repo | zip }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mode: sync | async | streaming | batch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workflow_id: gie.analyze.default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options: { parallel, audience, … }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require_human_approval / approval_gates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cache · timeout_ms · agent_versions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Response: ObservabilityEnvelope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  data = ExecutionRecord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  meta = trace_id, confidence,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Default execution graph (conceptual)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25295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01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5448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Materialize source, run detectors, persist Context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59736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02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8892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Retrieve frameworks / attacks / guardrails for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694176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03 Risk ∥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2336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Parallel posture + regulatory gap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0060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928616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04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25780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Select applicable guardrail policies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09728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225295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05 Recommend →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55448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Prioritize actions, emit deployable policies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33172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459736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06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78892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Simulate / pre-deploy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56616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694176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07 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02336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Audience-aware narrative (eng / risk / exec)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800600"/>
            <a:ext cx="5394960" cy="10972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928616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08 Gate / 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5257800"/>
            <a:ext cx="5065776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Approve publishes; feed learning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Context Intelligence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Input: folder / repo / zip → isolated Scan workspace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Detectors → DetectionFinding → Merger → ContextModel (gie.context.v1)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Captures: frameworks, models, prompts, MCP servers, secrets (fingerprinted), topology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Persistence: PostgreSQL · Neo4j · Qdrant · Celery worker on Redis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APIs: REST + CLI (gie-context) + GitHub webhook + MCP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Ready: database + redis required; neo4j/qdrant reported best-effort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Events: ContextModelUpdated for Risk / Policy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Knowledge Intelligence — platform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Versioned knowledge graph: OWASP LLM, MITRE ATLAS, NIST AI RMF, controls, attacks, guardrails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Explainable semantic retrieval over graph + embeddings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Seed loader bootstraps baseline graph on start (sandbox/local)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Production path: Postgres + Neo4j + Qdrant + Redis + Kafka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Graceful fallback to in-memory if data plane fails (logged)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Worker queue knowledge for reindex / expansion jobs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Contract: gie.knowledge.v1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Risk · Compliance · Policy · Rec ·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749039" cy="2286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Risk (:8083)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AI risk posture scoring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Remediation suggestions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gie.risk.v1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749039" cy="2286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1" y="122529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Compliance (:8084)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1" y="15544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Catalog-driven frameworks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Gaps + evidence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gie.compliance.v1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286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22529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Policy (:8082)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55448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Guardrail selection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Runtime policy packs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gie.policy.v1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57600"/>
            <a:ext cx="3749039" cy="2286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78561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Recommendation (:8085)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114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Prioritized backlog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Impact × effort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gie.recommendation.v1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657600"/>
            <a:ext cx="3749039" cy="2286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378561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Policy Generator (:8086)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4114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Recs → deployable artifacts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gie.policygen.v1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3749039" cy="22860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378561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Parallelism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4114800"/>
            <a:ext cx="34198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Risk ∥ Compliance in default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workflow parallel_group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max_parallel_steps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Explain · Validate · Learn · Integrate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37744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524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Explainability (:8087)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524865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Multi-audience narratives: engineering · risk · executive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Ties decisions to evidence + confidence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gie.explainability.v1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577840" cy="237744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225295"/>
            <a:ext cx="524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Validation (:8088)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554480"/>
            <a:ext cx="524865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Pre-deploy validate + simulate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Catch policy regressions before promotion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gie.validation.v1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49039"/>
            <a:ext cx="5577840" cy="237744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877055"/>
            <a:ext cx="524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Learning (:8089)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06240"/>
            <a:ext cx="524865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Feedback → knowledge proposals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ALLOW_AUTO_PUBLISH=false by default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Human approval before publish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gie.learning.v1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577840" cy="237744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877055"/>
            <a:ext cx="524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Integration (:8090)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4206240"/>
            <a:ext cx="524865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Enterprise connectors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extensions/: VS Code · Cursor · JetBrains · GitHub Action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gie.integration.v1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Contracts &amp; API envelopes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packages/gie-contracts — Pydantic models, versioned schema strings (gie.*.v1)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REST aliases: /v1/... and unversioned shortcuts (e.g. POST /analyze)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ObservabilityEnvelope { data, meta } — trace_id, request_id, confidence, agent_version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ExecutionRecord: execution_id, steps[], status, result, reasoning_path, cache_hits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StepStatus: pending · running · succeeded · failed · skipped · retrying · cached · waiting_approval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Breaking changes → new schema version; agent_versions map allows routing overrides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OpenAPI at each agent /docs; contract tests assert path presence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Data plane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3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560320"/>
                <a:gridCol w="3749039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AFBFC"/>
                          </a:solidFill>
                          <a:latin typeface="Calibri"/>
                        </a:rPr>
                        <a:t>Azure sandbox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Primary write model / outbox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compose service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Flexible Server · 12 DBs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Redis 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Cache + Celery broker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Azure Cache Basic C0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Neo4j 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Graph projection / knowledge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In-cluster Deployment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Qdrant 1.12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Evidence / embeddings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In-cluster Deployment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Kafka 3.7.1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Domain events (KRaft)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apache/kafka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A1628"/>
                          </a:solidFill>
                          <a:latin typeface="Calibri"/>
                        </a:rPr>
                        <a:t>In-cluster Deployment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•  Logical DBs: gie_context … gie_orchestrator (init script on first Postgres boot)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•  Redis DB indexes 0–11 isolate agent namespaces on one Redis instance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A1628"/>
                </a:solidFill>
                <a:latin typeface="Calibri"/>
              </a:rPr>
              <a:t>•  Orchestrator API currently boots in-memory repos; platform DBs serve Context/Knowledge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Security &amp; approval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Auth: JWT (HS256) and/or API keys (gie_…); REQUIRE_AUTH toggles enforcement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Sandbox: REQUIRE_AUTH=false with x-tenant-id for tenancy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RBAC: OrchestratorPermission checked in deps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Secrets fingerprinted in Context — raw secrets not stored in models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Approval: require_human_approval → WAITING_APPROVAL → POST /approve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Learning publish blocked unless approved (ALLOW_AUTO_PUBLISH=false)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CORS permissive when require_auth=false or gie_env in {local,test,docker,dev,azure}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Pilot hardening: Entra ID, Key Vault CSI, private AKS, WAF (Phase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Observability &amp;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484632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25295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54480"/>
            <a:ext cx="332841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structlog JSON stdout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OpenTelemetry → OTLP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prometheus /metrics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/healthz · /ready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Execution traces per run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Mermaid graph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657600" cy="484632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225295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Ops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554480"/>
            <a:ext cx="332841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scripts/local-smoke.sh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Azure: 05-smoke.sh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Dashboard → API base URL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kubectl logs -n gie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Check SIMULATE_AGENTS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Peer /healthz from orch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657600" cy="484632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225295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554480"/>
            <a:ext cx="332841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pytest unit/integration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OpenAPI contract tests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Helm lint charts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ruff + mypy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Compose build matrix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Azure teardown when idle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Local Docker — full mesh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./scripts/local-up.sh   then   ./scripts/local-smoke.sh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SIMULATE_AGENTS=false — HttpAgentInvoker hits real peers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Web UI :5173 · Orchestrator :8091 · Agents :8080–:8090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docker-compose.host.yml when Docker bridge/iptables is broken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LOCAL_NET_MODE=bridge on normal Docker Desktop / Linux hosts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Validated: all peer healthz · status healthy · analyze live steps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Context /ready: database + redis + neo4j + qdrant true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Docs: deploy/docker/README.md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Azure full-capability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SANDBOX_MODE=full (default)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AKS 3× Standard_D4s_v5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ACR + Postgres (12 DBs) + Redis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In-cluster Neo4j / Qdrant / Kafka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All 12 agents + workers + web LB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Orchestrator SIMULATE_AGENTS=false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Cost ~$400–700+/mo — tear down idle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minimal mode: Orchestrator-only simulate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94960" cy="502920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225295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Deploy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554480"/>
            <a:ext cx="5065776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00-prereqs.sh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01-infra.sh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02-build-push.sh   (12 images + web)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03-deploy-data.sh  (Neo4j/Qdrant/Kafka)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04-deploy-app.sh   (Helm + workers + web)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05-smoke.sh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Outputs: .last-url.txt · .last-web-url.txt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See deploy/azure/README.md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Live demo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Open landing http://127.0.0.1:5173 — brand-first hero, pipeline, agents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Open dashboard — API base http://127.0.0.1:8091 — Ping / Refresh status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Show GET / and /docs on Orchestrator — contract surface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Run Analyze (sync): tenant local-demo, source /demo — watch steps succeed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Fetch execution by id — show ExecutionRecord + step outputs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Optional: curl Context /ready — prove data plane green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Flip narrative: Azure path uses same contracts, different topology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Call out approval gate + Learning publish for regulated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Integration surfaces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749039" cy="484632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2529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341985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REST (FastAPI)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OpenAPI /docs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MCP adapters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CLI per agent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Webhooks (GitHub)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749039" cy="484632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1" y="122529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1" y="1554480"/>
            <a:ext cx="341985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VS Code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Cursor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JetBrains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GitHub Action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under extensions/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484632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225295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Deploy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554480"/>
            <a:ext cx="3419856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docker compose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Helm charts ×12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Azure Bicep sandbox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Terraform (AWS-oriented)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CI: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Discussion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Where should human approval sit in your SDLC (PR, staging, prod promote)?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Which agents are must-have for pilot vs phase-2 (full mesh)?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Tenant model: single enterprise tenant vs business-unit isolation?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Data residency: keep Neo4j/Qdrant in-cluster vs managed services?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Auth: API keys for CI vs Entra ID for humans?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Success metrics: MTTR for findings · % policies auto-validated · audit time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Open: wire Orchestrator persistence off in-memory → Postgres/Redis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A1628"/>
                </a:solidFill>
                <a:latin typeface="Calibri"/>
              </a:rPr>
              <a:t>•  Open: deepen HttpAgentInvoker beyond /healthz into full peer API payloads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AFBFC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47548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16736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45920"/>
            <a:ext cx="33284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Keep local compose green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Walk dashboard analyze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Pick pilot use-case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Define approval owners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47548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316736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45920"/>
            <a:ext cx="33284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Azure SANDBOX_MODE=full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Connect real repo source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Enable REQUIRE_AUTH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CI Action in one repo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4754880"/>
          </a:xfrm>
          <a:prstGeom prst="round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316736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645920"/>
            <a:ext cx="332841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Private AKS + WAF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Key Vault CSI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Entra ID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HA data plane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Full invoker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GIE Technical Deep-Dive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B8A6"/>
                </a:solidFill>
                <a:latin typeface="Calibri"/>
              </a:rPr>
              <a:t>Govern AI decisions before they 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GIE — Guardrails Intelligence Engine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Questions &amp; discussion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docs/  ·  deploy/azure/  ·  deploy/docker/  ·  web/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