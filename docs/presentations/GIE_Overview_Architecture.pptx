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Guardrails Intelligence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0D9488"/>
                </a:solidFill>
                <a:latin typeface="Calibri"/>
              </a:rPr>
              <a:t>GIE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Enterprise multi-agent platform that analyzes AI applications
and produces risk, policy, compliance, and deployment-ready guardrails.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15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What it is  ·  How it helps  ·  Full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FBF1"/>
                </a:solidFill>
                <a:latin typeface="Calibri"/>
              </a:rPr>
              <a:t>Overview &amp; Architecture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What we will cover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948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What is GIE?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Mission and problem 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9488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Why enterprises need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743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AI risk, compliance, and shadow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9488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How GIE helps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743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Outcomes for security, platform, and developers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9488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262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Agent ecosystem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377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12 specialized intelligence agents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749039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9488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Full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9377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Pipeline, data plane, and integrations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749039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9488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5262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Orchestrated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9377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Unified /analyze end-to-end 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is GIE?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Guardrails Intelligence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12471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GIE is an enterprise multi-agent system that continuously analyzes AI applications — code, models, prompts, tools, identity, and runtime — then generates, validates, and explains deployment-ready guardrail policies aligned to risk and regulation.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Discovery &amp;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Scans repos, folders, containers, K8s, and cloud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Builds a normalized Context Model (gie.context.v1)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Reasons over a versioned security knowledge graph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Scores AI risk posture across 16+ risk dimensions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108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Control &amp; assurance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5204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Maps applicable regulations (HIPAA, GDPR, EU AI Act…)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Generates multi-format policies (OPA, YAML, vendor-native)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Validates &amp; simulates before deployment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Learns from telemetry, FPs/FNs, and threat intel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 GIE solves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AI is shipping faster than security and compliance can keep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370332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Shadow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Teams adopt LLMs, agents, and MCP tools without inventory or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70332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373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Fragmented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8600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Prompt injection, jailbreak, data leakage, and autonomy risks are scored inconsistently.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70332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9" y="17373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Policy lag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9" y="228600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Guardrails are hand-written, vendor-specific, and rarely validated before prod.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886200"/>
            <a:ext cx="370332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Audit pressure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EU AI Act, HIPAA, GDPR, SOC2 demand evidence — not slideware.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886200"/>
            <a:ext cx="370332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2062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Operational noise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75488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False positives erode trust; false negatives create incidents.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886200"/>
            <a:ext cx="370332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9" y="42062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Tool sprawl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9" y="475488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IDEs, CI, SIEMs, IAM, and secret stores stay disconnected from AI policy.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GIE 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Concrete outcomes across the enterprise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2788920" cy="4846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2788920" cy="64008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Security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2514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Unified AI risk score + MITRE ATLAS mapping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Prioritized recommendations with evidence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SIEM-ready events (Splunk, Sentinel, Elastic)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463040"/>
            <a:ext cx="2788920" cy="4846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78892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62763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Compliance / GRC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377440"/>
            <a:ext cx="2514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Auto-detect applicable frameworks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Gap analysis + audit packages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Policy versioning and control mapping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788920" cy="4846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2788920" cy="64008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2763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Platform / DevOps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77440"/>
            <a:ext cx="2514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Deployment-ready policies (K8s, OPA, Terraform)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Pre-deploy validation &amp; simulation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CI/CD actions and GitHub/Azure DevOps hooks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463040"/>
            <a:ext cx="2788920" cy="4846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463040"/>
            <a:ext cx="278892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62763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Developers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377440"/>
            <a:ext cx="2514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IDE extensions (Cursor, VS Code, JetBrains)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Clear explanations for each decision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Faster secure-by-default agent builds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Value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From raw AI estate → governed, deployable controls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377440"/>
            <a:ext cx="182880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65176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744"/>
                </a:solidFill>
                <a:latin typeface="Calibri"/>
              </a:rP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31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Scan AI apps &amp;
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377440"/>
            <a:ext cx="182880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80360" y="265176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76148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744"/>
                </a:solidFill>
                <a:latin typeface="Calibri"/>
              </a:rPr>
              <a:t>Understand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931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Context + knowledge
graph reasoning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0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59" y="2377440"/>
            <a:ext cx="182880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46319" y="265176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19" y="276148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399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744"/>
                </a:solidFill>
                <a:latin typeface="Calibri"/>
              </a:rPr>
              <a:t>Assess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399" y="3931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Risk &amp; compliance
posture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599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19" y="2377440"/>
            <a:ext cx="182880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12279" y="265176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79" y="276148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744"/>
                </a:solidFill>
                <a:latin typeface="Calibri"/>
              </a:rP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931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Policies &amp;
recommendations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59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2377440"/>
            <a:ext cx="182880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39" y="265176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39" y="276148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744"/>
                </a:solidFill>
                <a:latin typeface="Calibri"/>
              </a:rPr>
              <a:t>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3931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Generate, validate,
explain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19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49840" y="2377440"/>
            <a:ext cx="182880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44200" y="265176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44200" y="276148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744"/>
                </a:solidFill>
                <a:latin typeface="Calibri"/>
              </a:rPr>
              <a:t>Improve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3931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Learn from
production signals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GIE agent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Specialized agents with shared contracts (gie.*.v1)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78892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9488"/>
                </a:solidFill>
                <a:latin typeface="Calibri"/>
              </a:rPr>
              <a:t>:8080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Normalize AI app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278892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965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9488"/>
                </a:solidFill>
                <a:latin typeface="Calibri"/>
              </a:rPr>
              <a:t>:8081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86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Security knowledge graph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78892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9488"/>
                </a:solidFill>
                <a:latin typeface="Calibri"/>
              </a:rPr>
              <a:t>:8082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Select applicable guardrails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371600"/>
            <a:ext cx="278892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965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9488"/>
                </a:solidFill>
                <a:latin typeface="Calibri"/>
              </a:rPr>
              <a:t>:8083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286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AI risk posture scoring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063240"/>
            <a:ext cx="278892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91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657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9488"/>
                </a:solidFill>
                <a:latin typeface="Calibri"/>
              </a:rPr>
              <a:t>:8084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77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Regs, gaps,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3063240"/>
            <a:ext cx="278892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3291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Recommend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657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9488"/>
                </a:solidFill>
                <a:latin typeface="Calibri"/>
              </a:rPr>
              <a:t>:8085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977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Prioritized actions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063240"/>
            <a:ext cx="278892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291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Generator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57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9488"/>
                </a:solidFill>
                <a:latin typeface="Calibri"/>
              </a:rPr>
              <a:t>:8086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977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Deployable policy packs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063240"/>
            <a:ext cx="278892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3291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Explain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3657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9488"/>
                </a:solidFill>
                <a:latin typeface="Calibri"/>
              </a:rPr>
              <a:t>:8087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977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Multi-audience narratives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754880"/>
            <a:ext cx="278892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Validate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349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9488"/>
                </a:solidFill>
                <a:latin typeface="Calibri"/>
              </a:rPr>
              <a:t>:8088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669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Pre-deploy checks + sim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91840" y="4754880"/>
            <a:ext cx="278892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Learning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5349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9488"/>
                </a:solidFill>
                <a:latin typeface="Calibri"/>
              </a:rPr>
              <a:t>:8089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5669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Feedback → better recs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4754880"/>
            <a:ext cx="278892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Integration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349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9488"/>
                </a:solidFill>
                <a:latin typeface="Calibri"/>
              </a:rPr>
              <a:t>:8090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669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Enterprise connectors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4754880"/>
            <a:ext cx="2788920" cy="150876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Orchestrator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5349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:8091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5669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FBF1"/>
                </a:solidFill>
                <a:latin typeface="Calibri"/>
              </a:rPr>
              <a:t>Unified /analyze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Full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Surfaces → Orchestrator → Intelligence plane → Data &amp; control plane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11430000" cy="1143000"/>
          </a:xfrm>
          <a:prstGeom prst="roundRect">
            <a:avLst>
              <a:gd name="adj" fmla="val 8000"/>
            </a:avLst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Experience &amp; surfaces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REST / MCP / CLI / SDKs   ·   Cursor · VS Code · JetBrains   ·   GitHub Action · CI/CD   ·   Webhooks · OAuth / JWT / mTLS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606040"/>
            <a:ext cx="11430000" cy="11430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Orchestration 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Orchestrator :8091   ·   Workflow graph · parallel waves   ·   Retry · timeout · approval gates   ·   Tracing · cache · 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886200"/>
            <a:ext cx="11430000" cy="1143000"/>
          </a:xfrm>
          <a:prstGeom prst="roundRect">
            <a:avLst>
              <a:gd name="adj" fmla="val 8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Intelligence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Context → Knowledge → Risk ∥ Compliance → Policy → Recommend → Generator → Validate → Explain → Learning · 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166360"/>
            <a:ext cx="11430000" cy="114300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Data &amp; platform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Postgres · Redis · Kafka   ·   Neo4j · Qdrant (knowledge)   ·   Shared contracts &amp; security   ·   Helm / K8s / Terraform / OTel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Analysis pipeline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Default orchestrated flow with Risk ∥ Compliance parallelization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18288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642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2744"/>
                </a:solidFill>
                <a:latin typeface="Calibri"/>
              </a:rP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385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:8080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554480"/>
            <a:ext cx="18288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6642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2744"/>
                </a:solidFill>
                <a:latin typeface="Calibri"/>
              </a:rPr>
              <a:t>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9385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:8081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41732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5270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2744"/>
                </a:solidFill>
                <a:latin typeface="Calibri"/>
              </a:rPr>
              <a:t>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013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:8083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14884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258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2744"/>
                </a:solidFill>
                <a:latin typeface="Calibri"/>
              </a:rPr>
              <a:t>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532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:8084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554480"/>
            <a:ext cx="18288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6642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2744"/>
                </a:solidFill>
                <a:latin typeface="Calibri"/>
              </a:rPr>
              <a:t>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19385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:8082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1554480"/>
            <a:ext cx="18288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16642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2744"/>
                </a:solidFill>
                <a:latin typeface="Calibri"/>
              </a:rPr>
              <a:t>Recommend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19385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:8085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200400"/>
            <a:ext cx="18288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310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2744"/>
                </a:solidFill>
                <a:latin typeface="Calibri"/>
              </a:rPr>
              <a:t>Generator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5844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:8086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8880" y="3200400"/>
            <a:ext cx="18288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3310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2744"/>
                </a:solidFill>
                <a:latin typeface="Calibri"/>
              </a:rPr>
              <a:t>Validate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5844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:8088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3200400"/>
            <a:ext cx="18288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3310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2744"/>
                </a:solidFill>
                <a:latin typeface="Calibri"/>
              </a:rPr>
              <a:t>Explain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35844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:8087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3200400"/>
            <a:ext cx="18288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310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2744"/>
                </a:solidFill>
                <a:latin typeface="Calibri"/>
              </a:rPr>
              <a:t>Learning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35844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:8089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3200400"/>
            <a:ext cx="18288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32520" y="3310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2744"/>
                </a:solidFill>
                <a:latin typeface="Calibri"/>
              </a:rPr>
              <a:t>Integration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35844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:8090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0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" y="4297680"/>
            <a:ext cx="11430000" cy="100584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480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Orchestrator (:8091)  —  POST /analyze  ·  POST /workflow  ·  GET /execution/{id}  ·  GET /trace/{id}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892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Sync · Async · Streaming · Batch · Human approval gates · Distributed tracing · Step caching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Shared packages: gie-contracts (schemas/events) · gie-observability (OTel/logging) · gie-security (JWT/RBAC)
Platform: PostgreSQL · Redis · Kafka · Neo4j · Qdrant · Docker Compose / Helm / Terraform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Unified analyze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Client → Orchestrator → Agent plane → Unified response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1. Client calls POST /analyze with source (repo / folder / zip / runtime refs)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2. Orchestrator builds execution graph and starts distributed trace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3. Context Agent produces Context Model; Knowledge retrieves relevant controls &amp; threats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4. Risk and Compliance run in parallel on shared upstream outputs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5. Policy selects guardrails; Recommendation prioritizes actions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6. Generator emits multi-format policy package; Validation simulates &amp; approves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7. Explainability produces audience-specific narratives (exec / security / auditor)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8. Orchestrator returns UnifiedAnalysisResult + confidence + reasoning path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9. Learning &amp; Integration continue post-deploy (telemetry, SIEM, secrets, IDE sync)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Enterprise 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Meet teams where they already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2788920" cy="4846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2788920" cy="64008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IDEs &amp;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Cursor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VS Code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JetBrains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Visual Studio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463040"/>
            <a:ext cx="2788920" cy="4846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788920" cy="64008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62763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SCM &amp; CI/CD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7744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GitHub / Actions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GitLab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Bitbucket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Azure DevOps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Jenkins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788920" cy="4846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2788920" cy="64008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62763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AI frameworks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7744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Azure AI Foundry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LangGraph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CrewAI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Semantic Kernel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AutoGen / ADK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463040"/>
            <a:ext cx="2788920" cy="4846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463040"/>
            <a:ext cx="2788920" cy="64008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62763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Security fabric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37744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Entra ID / Okta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Splunk / Sentinel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Vault / CyberArk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Key Vault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ServiceNow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you 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Artifacts that security, compliance, and platform teams can act 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6304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9488"/>
                </a:solidFill>
                <a:latin typeface="Calibri"/>
              </a:rPr>
              <a:t>Context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Evidence-backed inventory of models, prompts, tools, secrets fingerprints, deployment topology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373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9488"/>
                </a:solidFill>
                <a:latin typeface="Calibri"/>
              </a:rPr>
              <a:t>Risk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860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Multi-dimensional AI risk + trust score with ATLAS / OWASP mappings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6304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9" y="17373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9488"/>
                </a:solidFill>
                <a:latin typeface="Calibri"/>
              </a:rPr>
              <a:t>Compliance Pack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9" y="22860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Applicability matrix, gaps, controls, audit-ready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84048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9488"/>
                </a:solidFill>
                <a:latin typeface="Calibri"/>
              </a:rPr>
              <a:t>Policy Package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OPA/Rego, YAML/JSON, Foundry/OpenAI, K8s admission, Terraform modules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84048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1148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9488"/>
                </a:solidFill>
                <a:latin typeface="Calibri"/>
              </a:rPr>
              <a:t>Validation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66344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Pass / warning / failed with simulation results and approval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84048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9" y="41148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9488"/>
                </a:solidFill>
                <a:latin typeface="Calibri"/>
              </a:rPr>
              <a:t>Explanations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9" y="466344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Executive, developer, security, compliance, and auditor narratives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GIE vs manual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Speed, consistency, and auditability at enterprise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394960" cy="4846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394960" cy="4846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394960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39496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276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Without GIE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With GIE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Ad-hoc inventories of AI apps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Spreadsheet risk reviews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One-off Rego / vendor configs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Late compliance findings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No shared evidence trail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Guards drift after model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Continuous AI context discovery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Normalized risk &amp; trust scoring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Generated + validated policies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Framework mapping with gaps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Traceable decisions &amp; approvals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Learning loop from production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Reference architecture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How each GIE agent is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2788920" cy="4846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278892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Hexagonal / 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Ports &amp; adapters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Domain isolated from infra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REST, MCP, CLI, Kafka edges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463040"/>
            <a:ext cx="2788920" cy="4846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788920" cy="64008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62763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DDD + CQRS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7744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Bounded contexts per agent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Command vs query paths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Versioned contracts gie.*.v1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788920" cy="4846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278892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62763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Event-driven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7744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Kafka domain events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Outbox-friendly design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Correlation &amp; trace IDs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463040"/>
            <a:ext cx="2788920" cy="4846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463040"/>
            <a:ext cx="2788920" cy="64008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62763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Enterprise 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37744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RBAC + JWT / API keys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OTel metrics &amp; tracing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Helm / K8s / Terraform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Govern AI at the speed of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GIE turns AI application sprawl into an evidence-backed,
policy-driven control plane — discover, assess, generate, validate, explain, and learn.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Start:  POST /analyze   ·   docs/orchestrator   ·   docker compose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Guardrails Intelligence Engine (GIE)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